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7562850" cy="10696575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5" name="band"/>
          <p:cNvSpPr>
            <a:spLocks noGrp="1"/>
          </p:cNvSpPr>
          <p:nvPr/>
        </p:nvSpPr>
        <p:spPr>
          <a:xfrm>
            <a:off x="0" y="0"/>
            <a:ext cx="7562850" cy="1695450"/>
          </a:xfrm>
          <a:prstGeom prst="rect">
            <a:avLst/>
          </a:prstGeom>
          <a:solidFill>
            <a:srgbClr val="3B5F82"/>
          </a:solidFill>
          <a:ln w="0">
            <a:noFill/>
          </a:ln>
        </p:spPr>
      </p:sp>
      <p:sp>
        <p:nvSpPr>
          <p:cNvPr id="2" name="name"/>
          <p:cNvSpPr>
            <a:spLocks noGrp="1"/>
          </p:cNvSpPr>
          <p:nvPr/>
        </p:nvSpPr>
        <p:spPr>
          <a:xfrm>
            <a:off x="438150" y="228600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　名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47675" y="6286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15">
                <a:solidFill>
                  <a:srgbClr val="C7D8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C7D8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专业名称　|　</a:t>
            </a:r>
            <a:r>
              <a:rPr sz="1015">
                <a:solidFill>
                  <a:srgbClr val="C7D8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sz="1015">
                <a:solidFill>
                  <a:srgbClr val="C7D8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20XX 届应届毕业生</a:t>
            </a:r>
            <a:endParaRPr sz="1015">
              <a:solidFill>
                <a:srgbClr val="C7D8E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info-1"/>
          <p:cNvSpPr>
            <a:spLocks noGrp="1"/>
          </p:cNvSpPr>
          <p:nvPr/>
        </p:nvSpPr>
        <p:spPr>
          <a:xfrm>
            <a:off x="438150" y="933450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40">
                <a:solidFill>
                  <a:srgbClr val="E2EB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E2EB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电话：___________　　　　邮箱：___________</a:t>
            </a:r>
            <a:endParaRPr sz="940">
              <a:solidFill>
                <a:srgbClr val="E2EB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info-2"/>
          <p:cNvSpPr>
            <a:spLocks noGrp="1"/>
          </p:cNvSpPr>
          <p:nvPr/>
        </p:nvSpPr>
        <p:spPr>
          <a:xfrm>
            <a:off x="438150" y="1162050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40">
                <a:solidFill>
                  <a:srgbClr val="E2EB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E2EB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性别：___　　　现所在地：___　　　政治面貌：___</a:t>
            </a:r>
            <a:endParaRPr sz="940">
              <a:solidFill>
                <a:srgbClr val="E2EB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info-3"/>
          <p:cNvSpPr>
            <a:spLocks noGrp="1"/>
          </p:cNvSpPr>
          <p:nvPr/>
        </p:nvSpPr>
        <p:spPr>
          <a:xfrm>
            <a:off x="438150" y="1390650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40">
                <a:solidFill>
                  <a:srgbClr val="E2EB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E2EB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民族：___　　　籍贯：___　　　最高学历：___</a:t>
            </a:r>
            <a:endParaRPr sz="940">
              <a:solidFill>
                <a:srgbClr val="E2EB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and-rule"/>
          <p:cNvSpPr>
            <a:spLocks noGrp="1"/>
          </p:cNvSpPr>
          <p:nvPr/>
        </p:nvSpPr>
        <p:spPr>
          <a:xfrm>
            <a:off x="0" y="1695450"/>
            <a:ext cx="7562850" cy="28575"/>
          </a:xfrm>
          <a:prstGeom prst="rect">
            <a:avLst/>
          </a:prstGeom>
          <a:solidFill>
            <a:srgbClr val="B4C9DB"/>
          </a:solidFill>
          <a:ln w="0">
            <a:noFill/>
          </a:ln>
        </p:spPr>
      </p:sp>
      <p:sp>
        <p:nvSpPr>
          <p:cNvPr id="8" name="column-divider"/>
          <p:cNvSpPr>
            <a:spLocks noGrp="1"/>
          </p:cNvSpPr>
          <p:nvPr/>
        </p:nvSpPr>
        <p:spPr>
          <a:xfrm>
            <a:off x="2676525" y="1733550"/>
            <a:ext cx="9525" cy="8686800"/>
          </a:xfrm>
          <a:prstGeom prst="rect">
            <a:avLst/>
          </a:prstGeom>
          <a:solidFill>
            <a:srgbClr val="E2EAF2"/>
          </a:solidFill>
          <a:ln w="0">
            <a:noFill/>
          </a:ln>
        </p:spPr>
      </p:sp>
      <p:sp>
        <p:nvSpPr>
          <p:cNvPr id="9" name="photo-frame"/>
          <p:cNvSpPr>
            <a:spLocks noGrp="1"/>
          </p:cNvSpPr>
          <p:nvPr/>
        </p:nvSpPr>
        <p:spPr>
          <a:xfrm>
            <a:off x="6038850" y="171450"/>
            <a:ext cx="1104900" cy="1447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edu-title"/>
          <p:cNvSpPr>
            <a:spLocks noGrp="1"/>
          </p:cNvSpPr>
          <p:nvPr/>
        </p:nvSpPr>
        <p:spPr>
          <a:xfrm>
            <a:off x="438150" y="186690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165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教育经历</a:t>
            </a:r>
            <a:endParaRPr sz="1165" b="1">
              <a:solidFill>
                <a:srgbClr val="2F65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du-rule"/>
          <p:cNvSpPr>
            <a:spLocks noGrp="1"/>
          </p:cNvSpPr>
          <p:nvPr/>
        </p:nvSpPr>
        <p:spPr>
          <a:xfrm>
            <a:off x="438150" y="2105025"/>
            <a:ext cx="2095500" cy="11430"/>
          </a:xfrm>
          <a:prstGeom prst="rect">
            <a:avLst/>
          </a:prstGeom>
          <a:solidFill>
            <a:srgbClr val="D5E1EC"/>
          </a:solidFill>
          <a:ln w="0">
            <a:noFill/>
          </a:ln>
        </p:spPr>
      </p:sp>
      <p:sp>
        <p:nvSpPr>
          <p:cNvPr id="13" name="edu-0-title"/>
          <p:cNvSpPr>
            <a:spLocks noGrp="1"/>
          </p:cNvSpPr>
          <p:nvPr/>
        </p:nvSpPr>
        <p:spPr>
          <a:xfrm>
            <a:off x="438150" y="220980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学校名称</a:t>
            </a:r>
            <a:endParaRPr sz="10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du-0-date"/>
          <p:cNvSpPr>
            <a:spLocks noGrp="1"/>
          </p:cNvSpPr>
          <p:nvPr/>
        </p:nvSpPr>
        <p:spPr>
          <a:xfrm>
            <a:off x="1485900" y="2228850"/>
            <a:ext cx="104775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9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2024.09 – 2027.06</a:t>
            </a:r>
            <a:endParaRPr sz="9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du-0-sub"/>
          <p:cNvSpPr>
            <a:spLocks noGrp="1"/>
          </p:cNvSpPr>
          <p:nvPr/>
        </p:nvSpPr>
        <p:spPr>
          <a:xfrm>
            <a:off x="438150" y="240030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专业名称（学位）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du-0-m0"/>
          <p:cNvSpPr>
            <a:spLocks noGrp="1"/>
          </p:cNvSpPr>
          <p:nvPr/>
        </p:nvSpPr>
        <p:spPr>
          <a:xfrm>
            <a:off x="438150" y="2590800"/>
            <a:ext cx="1238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050" b="1">
              <a:solidFill>
                <a:srgbClr val="2F65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du-0-t0"/>
          <p:cNvSpPr>
            <a:spLocks noGrp="1"/>
          </p:cNvSpPr>
          <p:nvPr/>
        </p:nvSpPr>
        <p:spPr>
          <a:xfrm>
            <a:off x="561975" y="2581275"/>
            <a:ext cx="19716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研究方向：</a:t>
            </a:r>
            <a:endParaRPr sz="1050">
              <a:solidFill>
                <a:srgbClr val="3F4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du-0-m1"/>
          <p:cNvSpPr>
            <a:spLocks noGrp="1"/>
          </p:cNvSpPr>
          <p:nvPr/>
        </p:nvSpPr>
        <p:spPr>
          <a:xfrm>
            <a:off x="438150" y="2990850"/>
            <a:ext cx="1238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050" b="1">
              <a:solidFill>
                <a:srgbClr val="2F65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du-0-t1"/>
          <p:cNvSpPr>
            <a:spLocks noGrp="1"/>
          </p:cNvSpPr>
          <p:nvPr/>
        </p:nvSpPr>
        <p:spPr>
          <a:xfrm>
            <a:off x="561975" y="2981325"/>
            <a:ext cx="19716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主修课程：</a:t>
            </a:r>
            <a:endParaRPr sz="1050">
              <a:solidFill>
                <a:srgbClr val="3F4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du-1-title"/>
          <p:cNvSpPr>
            <a:spLocks noGrp="1"/>
          </p:cNvSpPr>
          <p:nvPr/>
        </p:nvSpPr>
        <p:spPr>
          <a:xfrm>
            <a:off x="438150" y="34861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学校名称</a:t>
            </a:r>
            <a:endParaRPr sz="10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du-1-date"/>
          <p:cNvSpPr>
            <a:spLocks noGrp="1"/>
          </p:cNvSpPr>
          <p:nvPr/>
        </p:nvSpPr>
        <p:spPr>
          <a:xfrm>
            <a:off x="1485900" y="3505200"/>
            <a:ext cx="104775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9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2018.09 – 2022.06</a:t>
            </a:r>
            <a:endParaRPr sz="9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du-1-sub"/>
          <p:cNvSpPr>
            <a:spLocks noGrp="1"/>
          </p:cNvSpPr>
          <p:nvPr/>
        </p:nvSpPr>
        <p:spPr>
          <a:xfrm>
            <a:off x="438150" y="367665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专业名称（学位）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kill-title"/>
          <p:cNvSpPr>
            <a:spLocks noGrp="1"/>
          </p:cNvSpPr>
          <p:nvPr/>
        </p:nvSpPr>
        <p:spPr>
          <a:xfrm>
            <a:off x="438150" y="4238625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165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专业技能</a:t>
            </a:r>
            <a:endParaRPr sz="1165" b="1">
              <a:solidFill>
                <a:srgbClr val="2F65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kill-rule"/>
          <p:cNvSpPr>
            <a:spLocks noGrp="1"/>
          </p:cNvSpPr>
          <p:nvPr/>
        </p:nvSpPr>
        <p:spPr>
          <a:xfrm>
            <a:off x="438150" y="4476750"/>
            <a:ext cx="2095500" cy="11430"/>
          </a:xfrm>
          <a:prstGeom prst="rect">
            <a:avLst/>
          </a:prstGeom>
          <a:solidFill>
            <a:srgbClr val="D5E1EC"/>
          </a:solidFill>
          <a:ln w="0">
            <a:noFill/>
          </a:ln>
        </p:spPr>
      </p:sp>
      <p:sp>
        <p:nvSpPr>
          <p:cNvPr id="25" name="skill-0-m0"/>
          <p:cNvSpPr>
            <a:spLocks noGrp="1"/>
          </p:cNvSpPr>
          <p:nvPr/>
        </p:nvSpPr>
        <p:spPr>
          <a:xfrm>
            <a:off x="438150" y="4591050"/>
            <a:ext cx="1238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050" b="1">
              <a:solidFill>
                <a:srgbClr val="2F65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kill-0-t0"/>
          <p:cNvSpPr>
            <a:spLocks noGrp="1"/>
          </p:cNvSpPr>
          <p:nvPr/>
        </p:nvSpPr>
        <p:spPr>
          <a:xfrm>
            <a:off x="561975" y="4581525"/>
            <a:ext cx="197167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技能描述一</a:t>
            </a:r>
            <a:endParaRPr sz="1050">
              <a:solidFill>
                <a:srgbClr val="3F4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skill-0-m1"/>
          <p:cNvSpPr>
            <a:spLocks noGrp="1"/>
          </p:cNvSpPr>
          <p:nvPr/>
        </p:nvSpPr>
        <p:spPr>
          <a:xfrm>
            <a:off x="438150" y="5484495"/>
            <a:ext cx="1238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050" b="1">
              <a:solidFill>
                <a:srgbClr val="2F65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kill-0-t1"/>
          <p:cNvSpPr>
            <a:spLocks noGrp="1"/>
          </p:cNvSpPr>
          <p:nvPr/>
        </p:nvSpPr>
        <p:spPr>
          <a:xfrm>
            <a:off x="561975" y="5474970"/>
            <a:ext cx="19716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技能描述二</a:t>
            </a:r>
            <a:endParaRPr sz="1050">
              <a:solidFill>
                <a:srgbClr val="3F4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kill-0-m2"/>
          <p:cNvSpPr>
            <a:spLocks noGrp="1"/>
          </p:cNvSpPr>
          <p:nvPr/>
        </p:nvSpPr>
        <p:spPr>
          <a:xfrm>
            <a:off x="438150" y="6015990"/>
            <a:ext cx="1238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050" b="1">
              <a:solidFill>
                <a:srgbClr val="2F65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skill-0-t2"/>
          <p:cNvSpPr>
            <a:spLocks noGrp="1"/>
          </p:cNvSpPr>
          <p:nvPr/>
        </p:nvSpPr>
        <p:spPr>
          <a:xfrm>
            <a:off x="561975" y="6006465"/>
            <a:ext cx="1971675" cy="3898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技能描述三</a:t>
            </a:r>
            <a:endParaRPr sz="1050">
              <a:solidFill>
                <a:srgbClr val="3F4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skill-0-m3"/>
          <p:cNvSpPr>
            <a:spLocks noGrp="1"/>
          </p:cNvSpPr>
          <p:nvPr/>
        </p:nvSpPr>
        <p:spPr>
          <a:xfrm>
            <a:off x="438150" y="6547485"/>
            <a:ext cx="1238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050" b="1">
              <a:solidFill>
                <a:srgbClr val="2F65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skill-0-t3"/>
          <p:cNvSpPr>
            <a:spLocks noGrp="1"/>
          </p:cNvSpPr>
          <p:nvPr/>
        </p:nvSpPr>
        <p:spPr>
          <a:xfrm>
            <a:off x="561975" y="6537960"/>
            <a:ext cx="19716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技能描述四</a:t>
            </a:r>
            <a:endParaRPr sz="1050">
              <a:solidFill>
                <a:srgbClr val="3F4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honor-title"/>
          <p:cNvSpPr>
            <a:spLocks noGrp="1"/>
          </p:cNvSpPr>
          <p:nvPr/>
        </p:nvSpPr>
        <p:spPr>
          <a:xfrm>
            <a:off x="438150" y="71056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165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荣誉奖项</a:t>
            </a:r>
            <a:endParaRPr sz="1165" b="1">
              <a:solidFill>
                <a:srgbClr val="2F65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honor-rule"/>
          <p:cNvSpPr>
            <a:spLocks noGrp="1"/>
          </p:cNvSpPr>
          <p:nvPr/>
        </p:nvSpPr>
        <p:spPr>
          <a:xfrm>
            <a:off x="438150" y="7343775"/>
            <a:ext cx="2095500" cy="11430"/>
          </a:xfrm>
          <a:prstGeom prst="rect">
            <a:avLst/>
          </a:prstGeom>
          <a:solidFill>
            <a:srgbClr val="D5E1EC"/>
          </a:solidFill>
          <a:ln w="0">
            <a:noFill/>
          </a:ln>
        </p:spPr>
      </p:sp>
      <p:grpSp>
        <p:nvGrpSpPr>
          <p:cNvPr id="10" name="组合 9"/>
          <p:cNvGrpSpPr/>
          <p:nvPr/>
        </p:nvGrpSpPr>
        <p:grpSpPr>
          <a:xfrm>
            <a:off x="438150" y="7448550"/>
            <a:ext cx="2094865" cy="180340"/>
            <a:chOff x="690" y="11730"/>
            <a:chExt cx="3299" cy="284"/>
          </a:xfrm>
        </p:grpSpPr>
        <p:sp>
          <p:nvSpPr>
            <p:cNvPr id="97" name="honor-0-m0"/>
            <p:cNvSpPr>
              <a:spLocks noGrp="1"/>
            </p:cNvSpPr>
            <p:nvPr/>
          </p:nvSpPr>
          <p:spPr>
            <a:xfrm>
              <a:off x="690" y="11738"/>
              <a:ext cx="195" cy="2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  <a:def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</a:t>
              </a:r>
              <a:endPara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8" name="honor-0-t0"/>
            <p:cNvSpPr>
              <a:spLocks noGrp="1"/>
            </p:cNvSpPr>
            <p:nvPr/>
          </p:nvSpPr>
          <p:spPr>
            <a:xfrm>
              <a:off x="885" y="11730"/>
              <a:ext cx="3105" cy="28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06000"/>
                </a:lnSpc>
                <a:buNone/>
                <a:defRPr sz="94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940" b="1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荣誉奖项一</a:t>
              </a:r>
              <a:endParaRPr sz="940" b="1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38150" y="7633335"/>
            <a:ext cx="2094865" cy="180340"/>
            <a:chOff x="690" y="12000"/>
            <a:chExt cx="3299" cy="284"/>
          </a:xfrm>
        </p:grpSpPr>
        <p:sp>
          <p:nvSpPr>
            <p:cNvPr id="99" name="honor-0-m1"/>
            <p:cNvSpPr>
              <a:spLocks noGrp="1"/>
            </p:cNvSpPr>
            <p:nvPr/>
          </p:nvSpPr>
          <p:spPr>
            <a:xfrm>
              <a:off x="690" y="12008"/>
              <a:ext cx="195" cy="2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  <a:def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</a:t>
              </a:r>
              <a:endPara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0" name="honor-0-t1"/>
            <p:cNvSpPr>
              <a:spLocks noGrp="1"/>
            </p:cNvSpPr>
            <p:nvPr/>
          </p:nvSpPr>
          <p:spPr>
            <a:xfrm>
              <a:off x="885" y="12000"/>
              <a:ext cx="3105" cy="28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06000"/>
                </a:lnSpc>
                <a:buNone/>
                <a:defRPr sz="94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940" b="1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荣誉奖项二</a:t>
              </a:r>
              <a:endParaRPr sz="940" b="1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38150" y="7818120"/>
            <a:ext cx="2094865" cy="180340"/>
            <a:chOff x="690" y="12270"/>
            <a:chExt cx="3299" cy="284"/>
          </a:xfrm>
        </p:grpSpPr>
        <p:sp>
          <p:nvSpPr>
            <p:cNvPr id="101" name="honor-0-m2"/>
            <p:cNvSpPr>
              <a:spLocks noGrp="1"/>
            </p:cNvSpPr>
            <p:nvPr/>
          </p:nvSpPr>
          <p:spPr>
            <a:xfrm>
              <a:off x="690" y="12278"/>
              <a:ext cx="195" cy="2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  <a:def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</a:t>
              </a:r>
              <a:endPara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2" name="honor-0-t2"/>
            <p:cNvSpPr>
              <a:spLocks noGrp="1"/>
            </p:cNvSpPr>
            <p:nvPr/>
          </p:nvSpPr>
          <p:spPr>
            <a:xfrm>
              <a:off x="885" y="12270"/>
              <a:ext cx="3105" cy="28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06000"/>
                </a:lnSpc>
                <a:buNone/>
                <a:defRPr sz="94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940" b="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荣誉奖项三</a:t>
              </a:r>
              <a:endParaRPr sz="940" b="1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38150" y="8002905"/>
            <a:ext cx="2094865" cy="180340"/>
            <a:chOff x="690" y="12540"/>
            <a:chExt cx="3299" cy="284"/>
          </a:xfrm>
        </p:grpSpPr>
        <p:sp>
          <p:nvSpPr>
            <p:cNvPr id="103" name="honor-0-m3"/>
            <p:cNvSpPr>
              <a:spLocks noGrp="1"/>
            </p:cNvSpPr>
            <p:nvPr/>
          </p:nvSpPr>
          <p:spPr>
            <a:xfrm>
              <a:off x="690" y="12548"/>
              <a:ext cx="195" cy="2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  <a:def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</a:t>
              </a:r>
              <a:endPara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4" name="honor-0-t3"/>
            <p:cNvSpPr>
              <a:spLocks noGrp="1"/>
            </p:cNvSpPr>
            <p:nvPr/>
          </p:nvSpPr>
          <p:spPr>
            <a:xfrm>
              <a:off x="885" y="12540"/>
              <a:ext cx="3105" cy="28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06000"/>
                </a:lnSpc>
                <a:buNone/>
                <a:defRPr sz="94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940" b="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荣誉奖项四</a:t>
              </a:r>
              <a:endParaRPr sz="940" b="1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438150" y="8187690"/>
            <a:ext cx="2094865" cy="332740"/>
            <a:chOff x="690" y="12810"/>
            <a:chExt cx="3299" cy="524"/>
          </a:xfrm>
        </p:grpSpPr>
        <p:sp>
          <p:nvSpPr>
            <p:cNvPr id="105" name="honor-0-m4"/>
            <p:cNvSpPr>
              <a:spLocks noGrp="1"/>
            </p:cNvSpPr>
            <p:nvPr/>
          </p:nvSpPr>
          <p:spPr>
            <a:xfrm>
              <a:off x="690" y="12938"/>
              <a:ext cx="195" cy="2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  <a:def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</a:t>
              </a:r>
              <a:endPara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6" name="honor-0-t4"/>
            <p:cNvSpPr>
              <a:spLocks noGrp="1"/>
            </p:cNvSpPr>
            <p:nvPr/>
          </p:nvSpPr>
          <p:spPr>
            <a:xfrm>
              <a:off x="885" y="12810"/>
              <a:ext cx="3105" cy="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06000"/>
                </a:lnSpc>
                <a:buNone/>
                <a:defRPr sz="94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940" b="1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荣誉奖项五</a:t>
              </a:r>
              <a:endParaRPr sz="940" b="1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38150" y="8524875"/>
            <a:ext cx="2094865" cy="180340"/>
            <a:chOff x="690" y="13320"/>
            <a:chExt cx="3299" cy="284"/>
          </a:xfrm>
        </p:grpSpPr>
        <p:sp>
          <p:nvSpPr>
            <p:cNvPr id="107" name="honor-0-m5"/>
            <p:cNvSpPr>
              <a:spLocks noGrp="1"/>
            </p:cNvSpPr>
            <p:nvPr/>
          </p:nvSpPr>
          <p:spPr>
            <a:xfrm>
              <a:off x="690" y="13328"/>
              <a:ext cx="195" cy="2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  <a:def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</a:t>
              </a:r>
              <a:endPara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8" name="honor-0-t5"/>
            <p:cNvSpPr>
              <a:spLocks noGrp="1"/>
            </p:cNvSpPr>
            <p:nvPr/>
          </p:nvSpPr>
          <p:spPr>
            <a:xfrm>
              <a:off x="885" y="13320"/>
              <a:ext cx="3105" cy="28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06000"/>
                </a:lnSpc>
                <a:buNone/>
                <a:defRPr sz="94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940" b="1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荣誉奖项六</a:t>
              </a:r>
              <a:endParaRPr sz="940" b="1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438150" y="8709660"/>
            <a:ext cx="2094865" cy="332740"/>
            <a:chOff x="690" y="13590"/>
            <a:chExt cx="3299" cy="524"/>
          </a:xfrm>
        </p:grpSpPr>
        <p:sp>
          <p:nvSpPr>
            <p:cNvPr id="109" name="honor-0-m6"/>
            <p:cNvSpPr>
              <a:spLocks noGrp="1"/>
            </p:cNvSpPr>
            <p:nvPr/>
          </p:nvSpPr>
          <p:spPr>
            <a:xfrm>
              <a:off x="690" y="13718"/>
              <a:ext cx="195" cy="2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  <a:def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</a:t>
              </a:r>
              <a:endPara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0" name="honor-0-t6"/>
            <p:cNvSpPr>
              <a:spLocks noGrp="1"/>
            </p:cNvSpPr>
            <p:nvPr/>
          </p:nvSpPr>
          <p:spPr>
            <a:xfrm>
              <a:off x="885" y="13590"/>
              <a:ext cx="3105" cy="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06000"/>
                </a:lnSpc>
                <a:buNone/>
                <a:defRPr sz="94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940" b="1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荣誉奖项七</a:t>
              </a:r>
              <a:endParaRPr sz="940" b="1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38150" y="9046845"/>
            <a:ext cx="2094865" cy="180340"/>
            <a:chOff x="690" y="14100"/>
            <a:chExt cx="3299" cy="284"/>
          </a:xfrm>
        </p:grpSpPr>
        <p:sp>
          <p:nvSpPr>
            <p:cNvPr id="111" name="honor-0-m7"/>
            <p:cNvSpPr>
              <a:spLocks noGrp="1"/>
            </p:cNvSpPr>
            <p:nvPr/>
          </p:nvSpPr>
          <p:spPr>
            <a:xfrm>
              <a:off x="690" y="14108"/>
              <a:ext cx="195" cy="2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  <a:def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</a:t>
              </a:r>
              <a:endPara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2" name="honor-0-t7"/>
            <p:cNvSpPr>
              <a:spLocks noGrp="1"/>
            </p:cNvSpPr>
            <p:nvPr/>
          </p:nvSpPr>
          <p:spPr>
            <a:xfrm>
              <a:off x="885" y="14100"/>
              <a:ext cx="3105" cy="28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06000"/>
                </a:lnSpc>
                <a:buNone/>
                <a:defRPr sz="94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940" b="1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荣誉奖项八</a:t>
              </a:r>
              <a:endParaRPr sz="940" b="1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38150" y="9231630"/>
            <a:ext cx="2094865" cy="180340"/>
            <a:chOff x="690" y="14370"/>
            <a:chExt cx="3299" cy="284"/>
          </a:xfrm>
        </p:grpSpPr>
        <p:sp>
          <p:nvSpPr>
            <p:cNvPr id="113" name="honor-0-m8"/>
            <p:cNvSpPr>
              <a:spLocks noGrp="1"/>
            </p:cNvSpPr>
            <p:nvPr/>
          </p:nvSpPr>
          <p:spPr>
            <a:xfrm>
              <a:off x="690" y="14378"/>
              <a:ext cx="195" cy="2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  <a:def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</a:t>
              </a:r>
              <a:endPara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4" name="honor-0-t8"/>
            <p:cNvSpPr>
              <a:spLocks noGrp="1"/>
            </p:cNvSpPr>
            <p:nvPr/>
          </p:nvSpPr>
          <p:spPr>
            <a:xfrm>
              <a:off x="885" y="14370"/>
              <a:ext cx="3105" cy="28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06000"/>
                </a:lnSpc>
                <a:buNone/>
                <a:defRPr sz="94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940" b="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荣誉奖项九</a:t>
              </a:r>
              <a:endParaRPr sz="940" b="1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438150" y="9416415"/>
            <a:ext cx="2238375" cy="171450"/>
            <a:chOff x="690" y="14648"/>
            <a:chExt cx="3525" cy="270"/>
          </a:xfrm>
        </p:grpSpPr>
        <p:sp>
          <p:nvSpPr>
            <p:cNvPr id="115" name="honor-0-m9"/>
            <p:cNvSpPr>
              <a:spLocks noGrp="1"/>
            </p:cNvSpPr>
            <p:nvPr/>
          </p:nvSpPr>
          <p:spPr>
            <a:xfrm>
              <a:off x="690" y="14648"/>
              <a:ext cx="195" cy="2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  <a:def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</a:t>
              </a:r>
              <a:endPara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6" name="honor-0-t9"/>
            <p:cNvSpPr>
              <a:spLocks noGrp="1"/>
            </p:cNvSpPr>
            <p:nvPr/>
          </p:nvSpPr>
          <p:spPr>
            <a:xfrm>
              <a:off x="885" y="14668"/>
              <a:ext cx="3331" cy="23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06000"/>
                </a:lnSpc>
                <a:buNone/>
                <a:defRPr sz="94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940" b="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荣誉奖项十</a:t>
              </a:r>
              <a:endParaRPr sz="940" b="1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438150" y="9592310"/>
            <a:ext cx="2094865" cy="180340"/>
            <a:chOff x="690" y="15150"/>
            <a:chExt cx="3299" cy="284"/>
          </a:xfrm>
        </p:grpSpPr>
        <p:sp>
          <p:nvSpPr>
            <p:cNvPr id="117" name="honor-0-m10"/>
            <p:cNvSpPr>
              <a:spLocks noGrp="1"/>
            </p:cNvSpPr>
            <p:nvPr/>
          </p:nvSpPr>
          <p:spPr>
            <a:xfrm>
              <a:off x="690" y="15158"/>
              <a:ext cx="195" cy="2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  <a:def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</a:t>
              </a:r>
              <a:endPara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8" name="honor-0-t10"/>
            <p:cNvSpPr>
              <a:spLocks noGrp="1"/>
            </p:cNvSpPr>
            <p:nvPr/>
          </p:nvSpPr>
          <p:spPr>
            <a:xfrm>
              <a:off x="885" y="15150"/>
              <a:ext cx="3105" cy="28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06000"/>
                </a:lnSpc>
                <a:buNone/>
                <a:defRPr sz="94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940" b="1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荣誉奖项十一</a:t>
              </a:r>
              <a:endParaRPr sz="940" b="1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38150" y="9777095"/>
            <a:ext cx="2094865" cy="180340"/>
            <a:chOff x="690" y="15420"/>
            <a:chExt cx="3299" cy="284"/>
          </a:xfrm>
        </p:grpSpPr>
        <p:sp>
          <p:nvSpPr>
            <p:cNvPr id="119" name="honor-0-m11"/>
            <p:cNvSpPr>
              <a:spLocks noGrp="1"/>
            </p:cNvSpPr>
            <p:nvPr/>
          </p:nvSpPr>
          <p:spPr>
            <a:xfrm>
              <a:off x="690" y="15428"/>
              <a:ext cx="195" cy="2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  <a:def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</a:t>
              </a:r>
              <a:endPara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0" name="honor-0-t11"/>
            <p:cNvSpPr>
              <a:spLocks noGrp="1"/>
            </p:cNvSpPr>
            <p:nvPr/>
          </p:nvSpPr>
          <p:spPr>
            <a:xfrm>
              <a:off x="885" y="15420"/>
              <a:ext cx="3105" cy="28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06000"/>
                </a:lnSpc>
                <a:buNone/>
                <a:defRPr sz="94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940" b="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荣誉奖项十二</a:t>
              </a:r>
              <a:endParaRPr sz="940" b="1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438150" y="9961880"/>
            <a:ext cx="2187575" cy="332740"/>
            <a:chOff x="690" y="15690"/>
            <a:chExt cx="3445" cy="524"/>
          </a:xfrm>
        </p:grpSpPr>
        <p:sp>
          <p:nvSpPr>
            <p:cNvPr id="121" name="honor-0-m12"/>
            <p:cNvSpPr>
              <a:spLocks noGrp="1"/>
            </p:cNvSpPr>
            <p:nvPr/>
          </p:nvSpPr>
          <p:spPr>
            <a:xfrm>
              <a:off x="690" y="15818"/>
              <a:ext cx="195" cy="2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  <a:def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050" b="1">
                  <a:solidFill>
                    <a:srgbClr val="2F65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</a:t>
              </a:r>
              <a:endParaRPr sz="1050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2" name="honor-0-t12"/>
            <p:cNvSpPr>
              <a:spLocks noGrp="1"/>
            </p:cNvSpPr>
            <p:nvPr/>
          </p:nvSpPr>
          <p:spPr>
            <a:xfrm>
              <a:off x="885" y="15690"/>
              <a:ext cx="3251" cy="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06000"/>
                </a:lnSpc>
                <a:buNone/>
                <a:defRPr sz="94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940" b="0">
                  <a:solidFill>
                    <a:srgbClr val="3F4A5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荣誉奖项十三</a:t>
              </a:r>
              <a:endParaRPr sz="940" b="1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51" name="project-title"/>
          <p:cNvSpPr>
            <a:spLocks noGrp="1"/>
          </p:cNvSpPr>
          <p:nvPr/>
        </p:nvSpPr>
        <p:spPr>
          <a:xfrm>
            <a:off x="2819400" y="3386138"/>
            <a:ext cx="43053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165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项目经历</a:t>
            </a:r>
            <a:endParaRPr sz="1165" b="1">
              <a:solidFill>
                <a:srgbClr val="2F65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project-rule"/>
          <p:cNvSpPr>
            <a:spLocks noGrp="1"/>
          </p:cNvSpPr>
          <p:nvPr/>
        </p:nvSpPr>
        <p:spPr>
          <a:xfrm>
            <a:off x="2819400" y="3624263"/>
            <a:ext cx="4305300" cy="11430"/>
          </a:xfrm>
          <a:prstGeom prst="rect">
            <a:avLst/>
          </a:prstGeom>
          <a:solidFill>
            <a:srgbClr val="D5E1EC"/>
          </a:solidFill>
          <a:ln w="0">
            <a:noFill/>
          </a:ln>
        </p:spPr>
      </p:sp>
      <p:sp>
        <p:nvSpPr>
          <p:cNvPr id="53" name="project-0-title"/>
          <p:cNvSpPr>
            <a:spLocks noGrp="1"/>
          </p:cNvSpPr>
          <p:nvPr/>
        </p:nvSpPr>
        <p:spPr>
          <a:xfrm>
            <a:off x="2819400" y="3729038"/>
            <a:ext cx="32575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项目名称　角色</a:t>
            </a:r>
            <a:endParaRPr sz="10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project-0-date"/>
          <p:cNvSpPr>
            <a:spLocks noGrp="1"/>
          </p:cNvSpPr>
          <p:nvPr/>
        </p:nvSpPr>
        <p:spPr>
          <a:xfrm>
            <a:off x="6076950" y="3748088"/>
            <a:ext cx="104775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9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2024.09 – 2027.06</a:t>
            </a:r>
            <a:endParaRPr sz="9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project-0-sub"/>
          <p:cNvSpPr>
            <a:spLocks noGrp="1"/>
          </p:cNvSpPr>
          <p:nvPr/>
        </p:nvSpPr>
        <p:spPr>
          <a:xfrm>
            <a:off x="2819400" y="3919538"/>
            <a:ext cx="43053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课题：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project-0-l0"/>
          <p:cNvSpPr>
            <a:spLocks noGrp="1"/>
          </p:cNvSpPr>
          <p:nvPr/>
        </p:nvSpPr>
        <p:spPr>
          <a:xfrm>
            <a:off x="2819400" y="4124008"/>
            <a:ext cx="71437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材料合成：</a:t>
            </a:r>
            <a:endParaRPr sz="10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project-0-v0"/>
          <p:cNvSpPr>
            <a:spLocks noGrp="1"/>
          </p:cNvSpPr>
          <p:nvPr/>
        </p:nvSpPr>
        <p:spPr>
          <a:xfrm>
            <a:off x="3533775" y="4100513"/>
            <a:ext cx="3590925" cy="5857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buNone/>
              <a:def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描述：</a:t>
            </a:r>
            <a:endParaRPr sz="1050">
              <a:solidFill>
                <a:srgbClr val="3F4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project-0-l1"/>
          <p:cNvSpPr>
            <a:spLocks noGrp="1"/>
          </p:cNvSpPr>
          <p:nvPr/>
        </p:nvSpPr>
        <p:spPr>
          <a:xfrm>
            <a:off x="2819400" y="4700271"/>
            <a:ext cx="71437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表征分析：</a:t>
            </a:r>
            <a:endParaRPr sz="10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project-0-v1"/>
          <p:cNvSpPr>
            <a:spLocks noGrp="1"/>
          </p:cNvSpPr>
          <p:nvPr/>
        </p:nvSpPr>
        <p:spPr>
          <a:xfrm>
            <a:off x="3533775" y="4686301"/>
            <a:ext cx="3590925" cy="5857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buNone/>
              <a:def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描述：</a:t>
            </a:r>
            <a:endParaRPr sz="1050">
              <a:solidFill>
                <a:srgbClr val="3F4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project-0-l2"/>
          <p:cNvSpPr>
            <a:spLocks noGrp="1"/>
          </p:cNvSpPr>
          <p:nvPr/>
        </p:nvSpPr>
        <p:spPr>
          <a:xfrm>
            <a:off x="2819400" y="5312728"/>
            <a:ext cx="71437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性能测试：</a:t>
            </a:r>
            <a:endParaRPr sz="10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project-0-v2"/>
          <p:cNvSpPr>
            <a:spLocks noGrp="1"/>
          </p:cNvSpPr>
          <p:nvPr/>
        </p:nvSpPr>
        <p:spPr>
          <a:xfrm>
            <a:off x="3533775" y="5310188"/>
            <a:ext cx="3590925" cy="5857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buNone/>
              <a:def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描述：</a:t>
            </a:r>
            <a:r>
              <a: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050">
              <a:solidFill>
                <a:srgbClr val="3F4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project-0-l3"/>
          <p:cNvSpPr>
            <a:spLocks noGrp="1"/>
          </p:cNvSpPr>
          <p:nvPr/>
        </p:nvSpPr>
        <p:spPr>
          <a:xfrm>
            <a:off x="2819400" y="5924551"/>
            <a:ext cx="71437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成果产出：</a:t>
            </a:r>
            <a:endParaRPr sz="10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project-0-v3"/>
          <p:cNvSpPr>
            <a:spLocks noGrp="1"/>
          </p:cNvSpPr>
          <p:nvPr/>
        </p:nvSpPr>
        <p:spPr>
          <a:xfrm>
            <a:off x="3533775" y="5915026"/>
            <a:ext cx="35909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buNone/>
              <a:def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成果：</a:t>
            </a:r>
            <a:endParaRPr sz="1050" b="1">
              <a:solidFill>
                <a:srgbClr val="3F4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intern-title"/>
          <p:cNvSpPr>
            <a:spLocks noGrp="1"/>
          </p:cNvSpPr>
          <p:nvPr/>
        </p:nvSpPr>
        <p:spPr>
          <a:xfrm>
            <a:off x="2819400" y="6667501"/>
            <a:ext cx="43053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165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实习经历</a:t>
            </a:r>
            <a:endParaRPr sz="1165" b="1">
              <a:solidFill>
                <a:srgbClr val="2F65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intern-rule"/>
          <p:cNvSpPr>
            <a:spLocks noGrp="1"/>
          </p:cNvSpPr>
          <p:nvPr/>
        </p:nvSpPr>
        <p:spPr>
          <a:xfrm>
            <a:off x="2819400" y="6905626"/>
            <a:ext cx="4305300" cy="11430"/>
          </a:xfrm>
          <a:prstGeom prst="rect">
            <a:avLst/>
          </a:prstGeom>
          <a:solidFill>
            <a:srgbClr val="D5E1EC"/>
          </a:solidFill>
          <a:ln w="0">
            <a:noFill/>
          </a:ln>
        </p:spPr>
      </p:sp>
      <p:sp>
        <p:nvSpPr>
          <p:cNvPr id="66" name="intern-0-title"/>
          <p:cNvSpPr>
            <a:spLocks noGrp="1"/>
          </p:cNvSpPr>
          <p:nvPr/>
        </p:nvSpPr>
        <p:spPr>
          <a:xfrm>
            <a:off x="2819400" y="7010401"/>
            <a:ext cx="32575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单位名称　角色</a:t>
            </a:r>
            <a:endParaRPr sz="10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intern-0-date"/>
          <p:cNvSpPr>
            <a:spLocks noGrp="1"/>
          </p:cNvSpPr>
          <p:nvPr/>
        </p:nvSpPr>
        <p:spPr>
          <a:xfrm>
            <a:off x="6076950" y="7029451"/>
            <a:ext cx="104775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9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2022.06 – 2022.09</a:t>
            </a:r>
            <a:endParaRPr sz="9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intern-0-body"/>
          <p:cNvSpPr>
            <a:spLocks noGrp="1"/>
          </p:cNvSpPr>
          <p:nvPr/>
        </p:nvSpPr>
        <p:spPr>
          <a:xfrm>
            <a:off x="2819400" y="7200901"/>
            <a:ext cx="4305300" cy="5857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buNone/>
              <a:def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描述：</a:t>
            </a:r>
            <a:endParaRPr sz="1050">
              <a:solidFill>
                <a:srgbClr val="3F4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intern-1-title"/>
          <p:cNvSpPr>
            <a:spLocks noGrp="1"/>
          </p:cNvSpPr>
          <p:nvPr/>
        </p:nvSpPr>
        <p:spPr>
          <a:xfrm>
            <a:off x="2819400" y="7862888"/>
            <a:ext cx="32575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单位名称　角色</a:t>
            </a:r>
            <a:endParaRPr sz="10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intern-1-date"/>
          <p:cNvSpPr>
            <a:spLocks noGrp="1"/>
          </p:cNvSpPr>
          <p:nvPr/>
        </p:nvSpPr>
        <p:spPr>
          <a:xfrm>
            <a:off x="6076950" y="7881938"/>
            <a:ext cx="104775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9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2019.07 – 2019.09</a:t>
            </a:r>
            <a:endParaRPr sz="9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intern-1-body"/>
          <p:cNvSpPr>
            <a:spLocks noGrp="1"/>
          </p:cNvSpPr>
          <p:nvPr/>
        </p:nvSpPr>
        <p:spPr>
          <a:xfrm>
            <a:off x="2819400" y="8053388"/>
            <a:ext cx="4305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buNone/>
              <a:def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描述：</a:t>
            </a:r>
            <a:endParaRPr sz="1050">
              <a:solidFill>
                <a:srgbClr val="3F4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military-title"/>
          <p:cNvSpPr>
            <a:spLocks noGrp="1"/>
          </p:cNvSpPr>
          <p:nvPr/>
        </p:nvSpPr>
        <p:spPr>
          <a:xfrm>
            <a:off x="2819400" y="1866900"/>
            <a:ext cx="43053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165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部队经历</a:t>
            </a:r>
            <a:endParaRPr sz="1165" b="1">
              <a:solidFill>
                <a:srgbClr val="2F65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military-rule"/>
          <p:cNvSpPr>
            <a:spLocks noGrp="1"/>
          </p:cNvSpPr>
          <p:nvPr/>
        </p:nvSpPr>
        <p:spPr>
          <a:xfrm>
            <a:off x="2819400" y="2105025"/>
            <a:ext cx="4305300" cy="11430"/>
          </a:xfrm>
          <a:prstGeom prst="rect">
            <a:avLst/>
          </a:prstGeom>
          <a:solidFill>
            <a:srgbClr val="D5E1EC"/>
          </a:solidFill>
          <a:ln w="0">
            <a:noFill/>
          </a:ln>
        </p:spPr>
      </p:sp>
      <p:sp>
        <p:nvSpPr>
          <p:cNvPr id="74" name="military-0-title"/>
          <p:cNvSpPr>
            <a:spLocks noGrp="1"/>
          </p:cNvSpPr>
          <p:nvPr/>
        </p:nvSpPr>
        <p:spPr>
          <a:xfrm>
            <a:off x="2819400" y="2209800"/>
            <a:ext cx="32575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单位名称　角色</a:t>
            </a:r>
            <a:endParaRPr sz="10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military-0-date"/>
          <p:cNvSpPr>
            <a:spLocks noGrp="1"/>
          </p:cNvSpPr>
          <p:nvPr/>
        </p:nvSpPr>
        <p:spPr>
          <a:xfrm>
            <a:off x="6076950" y="2228850"/>
            <a:ext cx="104775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9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2022.09 – 2024.09</a:t>
            </a:r>
            <a:endParaRPr sz="9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military-0-body"/>
          <p:cNvSpPr>
            <a:spLocks noGrp="1"/>
          </p:cNvSpPr>
          <p:nvPr/>
        </p:nvSpPr>
        <p:spPr>
          <a:xfrm>
            <a:off x="2819400" y="2400300"/>
            <a:ext cx="4305300" cy="5857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buNone/>
              <a:def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描述：</a:t>
            </a:r>
            <a:r>
              <a:rPr sz="1050" b="1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050" b="1">
              <a:solidFill>
                <a:srgbClr val="3F4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campus-title"/>
          <p:cNvSpPr>
            <a:spLocks noGrp="1"/>
          </p:cNvSpPr>
          <p:nvPr/>
        </p:nvSpPr>
        <p:spPr>
          <a:xfrm>
            <a:off x="2819400" y="8805863"/>
            <a:ext cx="43053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165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2F65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在校经历</a:t>
            </a:r>
            <a:endParaRPr sz="1165" b="1">
              <a:solidFill>
                <a:srgbClr val="2F65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campus-rule"/>
          <p:cNvSpPr>
            <a:spLocks noGrp="1"/>
          </p:cNvSpPr>
          <p:nvPr/>
        </p:nvSpPr>
        <p:spPr>
          <a:xfrm>
            <a:off x="2819400" y="9043988"/>
            <a:ext cx="4305300" cy="11430"/>
          </a:xfrm>
          <a:prstGeom prst="rect">
            <a:avLst/>
          </a:prstGeom>
          <a:solidFill>
            <a:srgbClr val="D5E1EC"/>
          </a:solidFill>
          <a:ln w="0">
            <a:noFill/>
          </a:ln>
        </p:spPr>
      </p:sp>
      <p:sp>
        <p:nvSpPr>
          <p:cNvPr id="79" name="campus-0-title"/>
          <p:cNvSpPr>
            <a:spLocks noGrp="1"/>
          </p:cNvSpPr>
          <p:nvPr/>
        </p:nvSpPr>
        <p:spPr>
          <a:xfrm>
            <a:off x="2819400" y="9148763"/>
            <a:ext cx="32575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组织名称　角色</a:t>
            </a:r>
            <a:endParaRPr sz="10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campus-0-date"/>
          <p:cNvSpPr>
            <a:spLocks noGrp="1"/>
          </p:cNvSpPr>
          <p:nvPr/>
        </p:nvSpPr>
        <p:spPr>
          <a:xfrm>
            <a:off x="6076950" y="9167813"/>
            <a:ext cx="104775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9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2018.09 – 2021.06</a:t>
            </a:r>
            <a:endParaRPr sz="9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campus-0-body"/>
          <p:cNvSpPr>
            <a:spLocks noGrp="1"/>
          </p:cNvSpPr>
          <p:nvPr/>
        </p:nvSpPr>
        <p:spPr>
          <a:xfrm>
            <a:off x="2819400" y="9339263"/>
            <a:ext cx="4305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buNone/>
              <a:def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描述：</a:t>
            </a:r>
            <a:endParaRPr sz="1050">
              <a:solidFill>
                <a:srgbClr val="3F4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campus-1-title"/>
          <p:cNvSpPr>
            <a:spLocks noGrp="1"/>
          </p:cNvSpPr>
          <p:nvPr/>
        </p:nvSpPr>
        <p:spPr>
          <a:xfrm>
            <a:off x="2819400" y="9815513"/>
            <a:ext cx="32575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组织名称　角色</a:t>
            </a:r>
            <a:endParaRPr sz="10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campus-1-date"/>
          <p:cNvSpPr>
            <a:spLocks noGrp="1"/>
          </p:cNvSpPr>
          <p:nvPr/>
        </p:nvSpPr>
        <p:spPr>
          <a:xfrm>
            <a:off x="6076950" y="9834563"/>
            <a:ext cx="104775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9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2018.09 – 2020.06</a:t>
            </a:r>
            <a:endParaRPr sz="9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campus-1-body"/>
          <p:cNvSpPr>
            <a:spLocks noGrp="1"/>
          </p:cNvSpPr>
          <p:nvPr/>
        </p:nvSpPr>
        <p:spPr>
          <a:xfrm>
            <a:off x="2819400" y="10006013"/>
            <a:ext cx="4305300" cy="2143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buNone/>
              <a:def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3F4A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描述：</a:t>
            </a:r>
            <a:endParaRPr sz="1050">
              <a:solidFill>
                <a:srgbClr val="3F4A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1478</Words>
  <Application>WPS 演示</Application>
  <PresentationFormat>Converted Presentation</PresentationFormat>
  <Paragraphs>164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简历模板</dc:title>
  <dc:creator/>
  <cp:lastModifiedBy/>
  <cp:revision>3</cp:revision>
  <dcterms:created xsi:type="dcterms:W3CDTF">2026-09-22T09:56:00Z</dcterms:created>
  <dcterms:modified xsi:type="dcterms:W3CDTF">2026-09-22T10:00:59Z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4D90CF324E364A00844F2248C1DE5C97_12</vt:lpwstr>
  </property>
  <property fmtid="{D5CDD505-2E9C-101B-9397-08002B2CF9AE}" pid="3" name="KSOProductBuildVer">
    <vt:lpwstr>2052-12.1.0.28505</vt:lpwstr>
  </property>
</Properties>
</file>